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Bitcoin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Mining is the process of creating blocks</a:t>
            </a:r>
          </a:p>
          <a:p>
            <a:r>
              <a:t>Miners validate transactions</a:t>
            </a:r>
          </a:p>
          <a:p>
            <a:r>
              <a:t>Rewards: BTC + fees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Transactions → Mempool → Block</a:t>
            </a:r>
          </a:p>
          <a:p>
            <a:r>
              <a:t>Nonce calculation</a:t>
            </a:r>
          </a:p>
          <a:p>
            <a:r>
              <a:t>Hash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Mining</a:t>
            </a:r>
          </a:p>
          <a:p>
            <a:r>
              <a:t>GPU Mining</a:t>
            </a:r>
          </a:p>
          <a:p>
            <a:r>
              <a:t>FPGA Mining</a:t>
            </a:r>
          </a:p>
          <a:p>
            <a:r>
              <a:t>ASIC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Work (PoW)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Consensus mechanism</a:t>
            </a:r>
          </a:p>
          <a:p>
            <a:r>
              <a:t>Solve cryptographic puzzle</a:t>
            </a:r>
          </a:p>
          <a:p>
            <a:r>
              <a:t>Ensures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 – Block Reward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time: 10 minutes</a:t>
            </a:r>
          </a:p>
          <a:p>
            <a:r>
              <a:t>Halving every 4 years</a:t>
            </a:r>
          </a:p>
          <a:p>
            <a:r>
              <a:t>Max supply: 21 million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 Header</a:t>
            </a:r>
          </a:p>
          <a:p>
            <a:r>
              <a:t>Previous Hash</a:t>
            </a:r>
          </a:p>
          <a:p>
            <a:r>
              <a:t>Merkle Root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Merkle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Tree structure of transactions</a:t>
            </a:r>
          </a:p>
          <a:p>
            <a:r>
              <a:t>Efficient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Temporary transaction storage</a:t>
            </a:r>
          </a:p>
          <a:p>
            <a:r>
              <a:t>Highest fee transactions selected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Orphan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miners mine same block</a:t>
            </a:r>
          </a:p>
          <a:p>
            <a:r>
              <a:t>Longest chain wins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Bitcoin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Stack-based language</a:t>
            </a:r>
          </a:p>
          <a:p>
            <a:r>
              <a:t>No loops</a:t>
            </a:r>
          </a:p>
          <a:p>
            <a:r>
              <a:t>Uses cryptography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Bitcoin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 (UTXO)</a:t>
            </a:r>
          </a:p>
          <a:p>
            <a:r>
              <a:t>Outputs</a:t>
            </a:r>
          </a:p>
          <a:p>
            <a:r>
              <a:t>Lock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Sender → Network → Miner → Block → Blockchain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Mining + PoW secure blockchain</a:t>
            </a:r>
          </a:p>
          <a:p>
            <a:r>
              <a:t>Scripts &amp; transactions enable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